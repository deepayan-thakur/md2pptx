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2C2C"/>
                </a:solidFill>
              </a:defRPr>
            </a:pPr>
            <a:r>
              <a:t>Title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914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2C2C"/>
                </a:solidFill>
              </a:defRPr>
            </a:pPr>
            <a:r>
              <a:t>Alternate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914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2C2C"/>
                </a:solidFill>
              </a:defRPr>
            </a:pPr>
            <a:r>
              <a:t>Section Divider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914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2C2C"/>
                </a:solidFill>
              </a:defRPr>
            </a:pPr>
            <a:r>
              <a:t>Blank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914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2C2C"/>
                </a:solidFill>
              </a:defRPr>
            </a:pPr>
            <a:r>
              <a:t>Content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914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2C2C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914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